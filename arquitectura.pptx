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371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Liquidador de sueldos automático — UTHGRA — Arquitectura del flujo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8580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F1EFE8"/>
          </a:solidFill>
          <a:ln w="12700">
            <a:solidFill>
              <a:srgbClr val="B4B2A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Telegram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Novedades del mes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68580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F1EFE8"/>
          </a:solidFill>
          <a:ln w="12700">
            <a:solidFill>
              <a:srgbClr val="B4B2A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Extraer novedades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por empleado)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6858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EEEDFE"/>
          </a:solidFill>
          <a:ln w="12700">
            <a:solidFill>
              <a:srgbClr val="7F77D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IA 1 (Claude)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 novedad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78308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E6F1FB"/>
          </a:solidFill>
          <a:ln w="12700">
            <a:solidFill>
              <a:srgbClr val="378AD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Conceptos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(Airtable — RAG)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6858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AEEDA"/>
          </a:solidFill>
          <a:ln w="12700">
            <a:solidFill>
              <a:srgbClr val="EF9F2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124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¿Estado = ok?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68580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EAF3DE"/>
          </a:solidFill>
          <a:ln w="12700">
            <a:solidFill>
              <a:srgbClr val="63992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3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3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65960" y="1028700"/>
            <a:ext cx="182880" cy="91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49040" y="1028700"/>
            <a:ext cx="182880" cy="91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23460" y="1371600"/>
            <a:ext cx="9144" cy="41148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15000" y="1028700"/>
            <a:ext cx="182880" cy="91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0" y="1028700"/>
            <a:ext cx="182880" cy="91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903720" y="731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921240" y="6858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1EFE8"/>
          </a:solidFill>
          <a:ln w="12700">
            <a:solidFill>
              <a:srgbClr val="B4B2A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de Casos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(Airtable)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flipV="1">
            <a:off x="9189720" y="1005840"/>
            <a:ext cx="731520" cy="2286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897880" y="196596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E6F1FB"/>
          </a:solidFill>
          <a:ln w="12700">
            <a:solidFill>
              <a:srgbClr val="378AD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Over Items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caso a la vez)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1417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06540" y="1371600"/>
            <a:ext cx="9144" cy="59436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760720" y="274320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1EFE8"/>
          </a:solidFill>
          <a:ln w="12700">
            <a:solidFill>
              <a:srgbClr val="B4B2A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mensaje 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respuesta (Telegram)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06540" y="2560320"/>
            <a:ext cx="9144" cy="18288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760720" y="361188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EEEDFE"/>
          </a:solidFill>
          <a:ln w="12700">
            <a:solidFill>
              <a:srgbClr val="7F77D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IA 2 (DeepSeek)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corrección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06540" y="3429000"/>
            <a:ext cx="9144" cy="18288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897880" y="448056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FAEEDA"/>
          </a:solidFill>
          <a:ln w="12700">
            <a:solidFill>
              <a:srgbClr val="EF9F2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124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¿Campos OK?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06540" y="4297680"/>
            <a:ext cx="9144" cy="18288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818120" y="448056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EAF3DE"/>
          </a:solidFill>
          <a:ln w="12700">
            <a:solidFill>
              <a:srgbClr val="63992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3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/ Update Row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3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(alta o corrección)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0" y="4777740"/>
            <a:ext cx="502920" cy="91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7406640" y="45262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flipH="1">
            <a:off x="5394960" y="4777740"/>
            <a:ext cx="502920" cy="91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5394960" y="3086100"/>
            <a:ext cx="9144" cy="169164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394960" y="3086100"/>
            <a:ext cx="365760" cy="91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434840" y="4828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corregir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flipV="1">
            <a:off x="9601200" y="2263140"/>
            <a:ext cx="9144" cy="221742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7315200" y="2263140"/>
            <a:ext cx="2286000" cy="91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9646920" y="32004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caso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 flipV="1">
            <a:off x="8686800" y="1508760"/>
            <a:ext cx="2103120" cy="297180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3931920" y="274320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F1EFE8"/>
          </a:solidFill>
          <a:ln w="12700">
            <a:solidFill>
              <a:srgbClr val="B4B2A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de cierre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(Telegram)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 flipH="1">
            <a:off x="5532120" y="2194560"/>
            <a:ext cx="365760" cy="91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532120" y="2194560"/>
            <a:ext cx="9144" cy="84582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532120" y="3040380"/>
            <a:ext cx="9144" cy="9144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5029200" y="1965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5989320"/>
            <a:ext cx="256032" cy="201168"/>
          </a:xfrm>
          <a:prstGeom prst="round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" y="5943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/ código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0" y="5989320"/>
            <a:ext cx="256032" cy="201168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606040" y="5943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IA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206240" y="5989320"/>
            <a:ext cx="256032" cy="20116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26280" y="5943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(If)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26480" y="5989320"/>
            <a:ext cx="256032" cy="20116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46520" y="5943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Escritura de datos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138160" y="5989320"/>
            <a:ext cx="256032" cy="201168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458200" y="5943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/ RAG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2026-09-12T21:26:50Z</dcterms:created>
  <dcterms:modified xsi:type="dcterms:W3CDTF">2026-09-12T21:26:50Z</dcterms:modified>
</cp:coreProperties>
</file>